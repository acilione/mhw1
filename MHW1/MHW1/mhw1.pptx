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1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62849-1D56-4E3F-B424-36AA652E1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D1AB0-BC2E-4BF6-8499-E1491D405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B799B-0C58-4147-9BE3-1F4AAE17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54FE-8D1A-4507-B6EE-EA162318D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F4322-D0EF-4346-B0A6-2810C3C1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281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AA30-216E-4EA6-9C9D-F55F7D583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21DA1-A3F4-4D9B-96F7-A2D95CBF09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2B5BE-5680-4A10-9E9E-66A9CB6A8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40A2-B708-4C2A-9207-7A496A2BC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3FFD8-BACB-4379-AB05-E0C79E0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2634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B8A3A-AA28-4462-8325-0A63D8BA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DA71D-C4D3-4543-B1B4-7A004AA94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2C75B-2B0F-4F2D-A73C-597FF52F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33E92-A6DD-48A6-824B-4F05F25C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A1672-79DD-4AF6-A937-4EA2DAA41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718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4B3C-F125-41C3-9C5C-256D9BC6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F22B7-C06A-4174-B843-90B2B2B71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7DC3E7-ED1B-48F2-9A65-FA6C5725FC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EDEF3-B910-4185-A223-638B3AB21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271DA-9523-408F-B8AA-13259E04D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BE5C2-AF7D-4125-A9FB-C1BBF250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167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EEEBA-26B6-44C7-A31D-32E2386B8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3212D-2FFB-4285-ACAA-E7611FCF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03C80-76F9-4898-A860-3761445A3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9C9FB-7ED5-45CF-931D-C52921A637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4637D1-E1F8-425D-B618-6A7B7EDB8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30655-5C85-4C6D-B696-96E6FECEA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124F5F-0C5F-422B-A40E-8FDDCE4A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F1CF9D-9697-4A41-9684-FD20BB429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8092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A76D1-A85B-4F77-A864-C81D19DAA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347899-03F5-4BE6-A736-671DA7114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83762-7FBD-48EC-B73F-773D70DBF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02E592-4B71-4500-B008-0CC03293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9635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3C9BDE-B6BA-4DA6-AD8D-38EAAAB0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0C4ED-6C1E-4932-824A-8F1BEB773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45D4A-67B6-484F-B900-C59615639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8002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EB7B-9E48-4E0C-87F8-609B1DF30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D64388-674C-41C8-94D1-6BBDCF16F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2590E6-FC63-4989-8B3A-F9CBA2114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144E2-64FC-4425-A927-B4AD7397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18395-9078-497E-BE1C-3289A42B8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D42C3-B537-4D57-A6F3-9A69128E5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4701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77397-22AE-44D1-B842-5E5525A30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2E34A7-4EEB-4CC1-83AE-2F42938881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988CE-C1CE-43DA-82F1-A868BFE50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6764E-E46A-49C3-AECF-A08B2B969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1C465-3F70-466A-8828-46E2C92C6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1DD0EE-6868-484B-BECC-C280FAEBC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17381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14DB8-0F89-45F5-A955-442A278E6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92242C-695E-476A-84E1-0BEFEDDF93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D3ADC-1A5E-47FF-A57D-0DAE783B2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DBE0C-1EFE-4AE1-86AA-6496BAE2A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955C-DB5E-4440-B065-20D1391E0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179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6834D-A2AF-4AA3-839D-B5D247BF4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7ABC6A-A050-42D7-9E6E-F135C2AB9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B3E1D-BB52-4C67-81F2-AA3F7FD0F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5E45C-BED0-4BC1-B649-B1C457723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CE814-C169-4C37-BF43-4123FB50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4738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44619-388C-47AA-8A43-88C7430B5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0E9E5-845A-474E-967E-3D423E6A0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34ABA-6B0A-4E7B-A298-17B799B3B1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E7F674-603F-41F3-934F-DEBA0B6F74B4}" type="datetimeFigureOut">
              <a:rPr lang="it-IT" smtClean="0"/>
              <a:t>24/03/2021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CF208-56E9-490E-8E28-15E8CA40C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52B29-E22E-4872-82B4-110C678E0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F5F7-111E-4F9E-BF39-BEB89AD0CD0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328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15E7B-CE22-43FE-848B-7E96012B8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it-IT" sz="4800">
                <a:solidFill>
                  <a:srgbClr val="FFFFFF"/>
                </a:solidFill>
              </a:rPr>
              <a:t>MHW1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90D403-F4A2-48A1-9DCD-D7908A44B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it-IT" dirty="0">
                <a:solidFill>
                  <a:srgbClr val="FFFFFF"/>
                </a:solidFill>
              </a:rPr>
              <a:t>Nome Cognome 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Matricola</a:t>
            </a:r>
          </a:p>
          <a:p>
            <a:pPr algn="l"/>
            <a:r>
              <a:rPr lang="it-IT" dirty="0">
                <a:solidFill>
                  <a:srgbClr val="FFFFFF"/>
                </a:solidFill>
              </a:rPr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47400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99468-442B-44D8-8FB1-9E9E0138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>
                <a:solidFill>
                  <a:srgbClr val="FFFFFF"/>
                </a:solidFill>
              </a:rPr>
              <a:t>Descrizione del progetto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D1882-65DE-484D-B983-8F24ECBD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Indicare le specifiche di progetto basandosi su quanto fatto per database</a:t>
            </a:r>
          </a:p>
          <a:p>
            <a:pPr lvl="1"/>
            <a:r>
              <a:rPr lang="it-IT" sz="2000" dirty="0"/>
              <a:t>Cosa dovrà fare la vostra applicazione</a:t>
            </a:r>
          </a:p>
          <a:p>
            <a:pPr lvl="1"/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6939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E3554-1D0A-4FE7-968B-21CF8C90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Layout complessivo HTML+CSS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087AA-8D95-492E-A8B9-A69B9D366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Screenshot che mostra la vostra pagina web</a:t>
            </a:r>
          </a:p>
        </p:txBody>
      </p:sp>
    </p:spTree>
    <p:extLst>
      <p:ext uri="{BB962C8B-B14F-4D97-AF65-F5344CB8AC3E}">
        <p14:creationId xmlns:p14="http://schemas.microsoft.com/office/powerpoint/2010/main" val="286180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0937FD-3195-4E6E-AA7F-8D790A0A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Header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A4F5D-C03D-4440-9C1B-0B8A29661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Screenshot e codice (HTML+CSS)</a:t>
            </a:r>
          </a:p>
        </p:txBody>
      </p:sp>
    </p:spTree>
    <p:extLst>
      <p:ext uri="{BB962C8B-B14F-4D97-AF65-F5344CB8AC3E}">
        <p14:creationId xmlns:p14="http://schemas.microsoft.com/office/powerpoint/2010/main" val="325037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Menù navigazione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Screenshot e codice (HTML+CSS)</a:t>
            </a:r>
          </a:p>
        </p:txBody>
      </p:sp>
    </p:spTree>
    <p:extLst>
      <p:ext uri="{BB962C8B-B14F-4D97-AF65-F5344CB8AC3E}">
        <p14:creationId xmlns:p14="http://schemas.microsoft.com/office/powerpoint/2010/main" val="356049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Sezione contenuti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Screenshot e codice (HTML+CSS)</a:t>
            </a:r>
          </a:p>
        </p:txBody>
      </p:sp>
    </p:spTree>
    <p:extLst>
      <p:ext uri="{BB962C8B-B14F-4D97-AF65-F5344CB8AC3E}">
        <p14:creationId xmlns:p14="http://schemas.microsoft.com/office/powerpoint/2010/main" val="99413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FD19F-75CA-4966-B79C-2935A271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it-IT" sz="4000" dirty="0">
                <a:solidFill>
                  <a:srgbClr val="FFFFFF"/>
                </a:solidFill>
              </a:rPr>
              <a:t>Footer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2E38C-F4DE-4D47-8590-BBA66F1B1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it-IT" sz="2000" dirty="0"/>
              <a:t>Screenshot e codice (HTML+CSS)</a:t>
            </a:r>
          </a:p>
        </p:txBody>
      </p:sp>
    </p:spTree>
    <p:extLst>
      <p:ext uri="{BB962C8B-B14F-4D97-AF65-F5344CB8AC3E}">
        <p14:creationId xmlns:p14="http://schemas.microsoft.com/office/powerpoint/2010/main" val="1983895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75</Words>
  <Application>Microsoft Office PowerPoint</Application>
  <PresentationFormat>Widescreen</PresentationFormat>
  <Paragraphs>17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MHW1</vt:lpstr>
      <vt:lpstr>Descrizione del progetto</vt:lpstr>
      <vt:lpstr>Layout complessivo HTML+CSS</vt:lpstr>
      <vt:lpstr>Header</vt:lpstr>
      <vt:lpstr>Menù navigazione</vt:lpstr>
      <vt:lpstr>Sezione contenuti</vt:lpstr>
      <vt:lpstr>Footer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MHW1</dc:title>
  <dc:creator>Concetto Spampinato</dc:creator>
  <cp:lastModifiedBy>Concetto Spampinato</cp:lastModifiedBy>
  <cp:revision>1</cp:revision>
  <dcterms:created xsi:type="dcterms:W3CDTF">2021-03-24T16:57:46Z</dcterms:created>
  <dcterms:modified xsi:type="dcterms:W3CDTF">2021-03-24T17:04:35Z</dcterms:modified>
</cp:coreProperties>
</file>